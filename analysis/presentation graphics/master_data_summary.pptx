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Helvetica"/>
              </a:rPr>
              <a:t>Master Data Summary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10972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Helvetica"/>
              </a:rPr>
              <a:t>MLB Game-Level Metrics, 2021–2025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Helvetica"/>
              </a:rPr>
              <a:t>n = 12,058 games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Helvetica"/>
              </a:rPr>
              <a:t>Summary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371600" cy="73152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Helvetica"/>
                        </a:rPr>
                        <a:t>Variable</a:t>
                      </a:r>
                    </a:p>
                  </a:txBody>
                  <a:tcPr>
                    <a:solidFill>
                      <a:srgbClr val="DEFF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00000"/>
                          </a:solidFill>
                          <a:latin typeface="Helvetica"/>
                        </a:rPr>
                        <a:t>Mean</a:t>
                      </a:r>
                    </a:p>
                  </a:txBody>
                  <a:tcPr>
                    <a:solidFill>
                      <a:srgbClr val="DEFF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00000"/>
                          </a:solidFill>
                          <a:latin typeface="Helvetica"/>
                        </a:rPr>
                        <a:t>Std</a:t>
                      </a:r>
                    </a:p>
                  </a:txBody>
                  <a:tcPr>
                    <a:solidFill>
                      <a:srgbClr val="DEFF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00000"/>
                          </a:solidFill>
                          <a:latin typeface="Helvetica"/>
                        </a:rPr>
                        <a:t>Min</a:t>
                      </a:r>
                    </a:p>
                  </a:txBody>
                  <a:tcPr>
                    <a:solidFill>
                      <a:srgbClr val="DEFF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00000"/>
                          </a:solidFill>
                          <a:latin typeface="Helvetica"/>
                        </a:rPr>
                        <a:t>Max</a:t>
                      </a:r>
                    </a:p>
                  </a:txBody>
                  <a:tcPr>
                    <a:solidFill>
                      <a:srgbClr val="DEFF9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Game Start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Away Home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Away Runs 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4.43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3.24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Away Strikeouts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8.86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Away Walks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3.03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Temperature (°F)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71.69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12.36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112.30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Humidity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63.16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19.68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Pressure (hPa)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996.19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31.37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824.10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1032.80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Precipitation (mm)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46.90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Wind Speed (mph)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7.73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3.87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35.90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Wind to 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-38.01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43.52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Wind to LCF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-38.80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45.20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Wind to RCF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1.96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-39.47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Helvetica"/>
                        </a:rPr>
                        <a:t>43.96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Helvetica"/>
              </a:rPr>
              <a:t>n = 12,058 games  •  Source: master_data.csv + league_weather_2021_2025.csv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